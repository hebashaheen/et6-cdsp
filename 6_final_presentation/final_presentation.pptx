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7" r:id="rId12"/>
    <p:sldId id="308" r:id="rId13"/>
    <p:sldId id="309" r:id="rId14"/>
    <p:sldId id="3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t/thank-you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Understanding Students’ Online Learning Experiences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/>
              <a:t>Heba</a:t>
            </a:r>
            <a:r>
              <a:rPr lang="en-US" sz="1600" dirty="0"/>
              <a:t> Shaheen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b="1" dirty="0"/>
              <a:t>Project Motivation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948AAD-9B83-46CB-908F-756252833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Rapid shift to online learning affected students differently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Limited understanding of engagement, adaptability, and time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Data-driven analysis helps identify key patterns and challenges</a:t>
            </a:r>
          </a:p>
          <a:p>
            <a:pPr marL="0" indent="0">
              <a:buNone/>
            </a:pPr>
            <a:r>
              <a:rPr lang="en-US" dirty="0"/>
              <a:t>This project explores how students experienced online learning across different contexts and time periods.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D469-572D-4DB2-84F8-4DACA232E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Datasets Used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62659-B990-49F3-A815-58EDD6C93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Online Education System Review</a:t>
            </a:r>
            <a:endParaRPr lang="en-US" dirty="0"/>
          </a:p>
          <a:p>
            <a:pPr lvl="1"/>
            <a:r>
              <a:rPr lang="en-US" dirty="0"/>
              <a:t>performance before and after online learning</a:t>
            </a:r>
          </a:p>
          <a:p>
            <a:pPr lvl="1"/>
            <a:r>
              <a:rPr lang="en-US" dirty="0"/>
              <a:t>engagement and technology readiness</a:t>
            </a:r>
          </a:p>
          <a:p>
            <a:r>
              <a:rPr lang="en-US" b="1" dirty="0"/>
              <a:t>Adaptability to Online Education</a:t>
            </a:r>
            <a:endParaRPr lang="en-US" dirty="0"/>
          </a:p>
          <a:p>
            <a:pPr lvl="1"/>
            <a:r>
              <a:rPr lang="en-US" dirty="0"/>
              <a:t>low, moderate, high adaptability</a:t>
            </a:r>
          </a:p>
          <a:p>
            <a:pPr lvl="1"/>
            <a:r>
              <a:rPr lang="en-US" dirty="0"/>
              <a:t>infrastructure and access factors</a:t>
            </a:r>
          </a:p>
          <a:p>
            <a:r>
              <a:rPr lang="en-US" b="1" dirty="0"/>
              <a:t>COVID-19 Student Survey</a:t>
            </a:r>
            <a:endParaRPr lang="en-US" dirty="0"/>
          </a:p>
          <a:p>
            <a:pPr lvl="1"/>
            <a:r>
              <a:rPr lang="en-US" dirty="0"/>
              <a:t>study habits, sleep, social media</a:t>
            </a:r>
          </a:p>
          <a:p>
            <a:pPr lvl="1"/>
            <a:r>
              <a:rPr lang="en-US" dirty="0"/>
              <a:t>perceived time utilization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86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B53C2-9E83-4F90-8E56-E06FCA9CE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D5194-1942-4395-9E33-E2DD3079F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Overall improvement in marks after online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Engagement levels vary by education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Better technology access supports stronger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Social media use can reduce engagement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9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A9EF-8F63-48CD-8794-6ABA7EE6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51F97-9469-48DA-A5C8-CD9EBB688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students show moderate adaptability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High adaptability linked to: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stable internet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better devices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stronger financial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Gender and IT background have limited impact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F57C-780A-4BDE-ACD3-7D69FF7D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3B42C-1699-4C05-90DD-64F93A5A0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Time utilization varies widely among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Positive time use linked to: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higher self-study time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better class experiences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Low social media use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Device type plays a role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56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596D-32B4-4DDC-8B68-D0C93AF9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Visual Examples</a:t>
            </a:r>
            <a:br>
              <a:rPr lang="en-US" sz="4000" b="1" dirty="0"/>
            </a:br>
            <a:r>
              <a:rPr lang="en-US" sz="4000" dirty="0"/>
              <a:t>Marks before vs after online learning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EFCB77C-0AC3-446D-AB19-CE6B9BA0E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5451" y="2108200"/>
            <a:ext cx="6801423" cy="3760788"/>
          </a:xfrm>
        </p:spPr>
      </p:pic>
    </p:spTree>
    <p:extLst>
      <p:ext uri="{BB962C8B-B14F-4D97-AF65-F5344CB8AC3E}">
        <p14:creationId xmlns:p14="http://schemas.microsoft.com/office/powerpoint/2010/main" val="112546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96A9-CB7D-428D-B0C5-28F700D4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Visual Examples</a:t>
            </a:r>
            <a:br>
              <a:rPr lang="en-US" sz="4000" b="1" dirty="0"/>
            </a:br>
            <a:r>
              <a:rPr lang="en-US" sz="4000" dirty="0"/>
              <a:t>Adaptivity by internet 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EEA82-12B1-4FE4-B482-958678FFA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8677" y="2205510"/>
            <a:ext cx="5394971" cy="3566167"/>
          </a:xfrm>
        </p:spPr>
      </p:pic>
    </p:spTree>
    <p:extLst>
      <p:ext uri="{BB962C8B-B14F-4D97-AF65-F5344CB8AC3E}">
        <p14:creationId xmlns:p14="http://schemas.microsoft.com/office/powerpoint/2010/main" val="3563244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D4C7-00F6-45EF-9142-1E520F5C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Visual Examples</a:t>
            </a:r>
            <a:br>
              <a:rPr lang="en-US" sz="4000" b="1" dirty="0"/>
            </a:br>
            <a:r>
              <a:rPr lang="en-US" sz="4000" dirty="0"/>
              <a:t>Time utilized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D3BAAE-D40B-4470-AFA9-6FBDF07E6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5635" y="2108200"/>
            <a:ext cx="5041056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16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248F-4D63-431D-83FC-4FBF88A95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Future Work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BD5C1-694D-42EA-A615-109C1D681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Advanced modeling and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Cross-dataset comparisons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Deeper analysis of engagement factors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830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8116-89EB-462D-B9FB-279C9B3E3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78E6F7-BDA9-41D3-B006-CB707D46A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05572" y="2117078"/>
            <a:ext cx="5641182" cy="3760788"/>
          </a:xfrm>
        </p:spPr>
      </p:pic>
    </p:spTree>
    <p:extLst>
      <p:ext uri="{BB962C8B-B14F-4D97-AF65-F5344CB8AC3E}">
        <p14:creationId xmlns:p14="http://schemas.microsoft.com/office/powerpoint/2010/main" val="169054737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{C51FDEDB-346A-426E-95E4-58254E7F4A4B}TFb63a7776-4452-49b2-8055-21efce632b726e3c8758_win32-7d1db0309ca7</Template>
  <TotalTime>0</TotalTime>
  <Words>234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Calibri</vt:lpstr>
      <vt:lpstr>Courier New</vt:lpstr>
      <vt:lpstr>Franklin Gothic Book</vt:lpstr>
      <vt:lpstr>Custom</vt:lpstr>
      <vt:lpstr>Understanding Students’ Online Learning Experiences</vt:lpstr>
      <vt:lpstr>Project Motivation</vt:lpstr>
      <vt:lpstr>Datasets Used</vt:lpstr>
      <vt:lpstr>Key Findings</vt:lpstr>
      <vt:lpstr>Key Findings</vt:lpstr>
      <vt:lpstr>Key Findings</vt:lpstr>
      <vt:lpstr>Visual Examples Marks before vs after online learning</vt:lpstr>
      <vt:lpstr>Visual Examples Adaptivity by internet type</vt:lpstr>
      <vt:lpstr>Visual Examples Time utilized</vt:lpstr>
      <vt:lpstr>Future Work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2025-12-16T14:45:38Z</dcterms:created>
  <dcterms:modified xsi:type="dcterms:W3CDTF">2025-12-16T15:48:30Z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